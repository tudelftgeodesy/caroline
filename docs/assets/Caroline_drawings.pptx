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27"/>
    <p:restoredTop sz="94819"/>
  </p:normalViewPr>
  <p:slideViewPr>
    <p:cSldViewPr snapToGrid="0">
      <p:cViewPr>
        <p:scale>
          <a:sx n="129" d="100"/>
          <a:sy n="129" d="100"/>
        </p:scale>
        <p:origin x="169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3D40E-79E0-0748-87CE-B11467E9D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A8D74-D3B3-48A9-0119-8D8646AECF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F237C-05F5-406F-C301-430B4CF5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2FDF8-6854-6091-6EAE-4B234A1D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B16B8-D051-36F3-DE6F-24BC9F65F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2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C3ED2-A47E-531D-A434-578B381A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9D15-8B03-53A0-F57D-D882514F8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5339A-7923-4AF8-5B8C-A0953644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0D9F1-A5A2-412F-78FF-7B8FACE4B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C1713-C8A2-DCFA-77D3-408AFA7C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52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CBE4-EBA4-B814-EA25-420CE438E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2EA63-CA5F-59E1-48C5-2A817E318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BB015-B6DD-229A-1672-5BB057247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7937C-BC0C-49FF-7248-74C1387C4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C31FA-4B98-87E2-0D68-44F8763D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5048-1ABF-9737-B60B-D631AC32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9D6F-FAA8-F3A9-295C-A15B38C0B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FA4A4-61E3-75B6-E340-02F071699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C7DEE-956E-BCE5-8ABB-E5421866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35C40-0DF8-F6E5-6C70-66A4CA6CB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E8C57D-9185-3763-DF34-ED74E906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497F8-60D1-4952-A3DE-8D9D36D0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7C308-798A-C710-FFB5-E66F28683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9DA7B-B741-716F-40C1-7F981DCF3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122A24-CAFD-796B-905C-6AC636A1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B18E6-F2CA-4D09-941A-B5C17B9F2D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A1BF8-A226-C9F1-16B1-451794EEC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A7CF55-3D3A-4998-B5A7-3C9EC9E3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3B1F0-F3DB-0AD9-20A6-62A1FA1E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95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DF60C-3D15-31AF-92C2-5D9E0A75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1D9CF-1464-E04D-60DF-2CD808EA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9BCBE-DAC6-EAC7-6A07-9FBD9E8E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355C8-BCF4-32EE-2386-52F02DEB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9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116BEA-59EF-CAD4-DFBB-37F50EF9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B8A29-1993-86C6-7B9D-A7CB9A4C9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A0D61-0967-78AE-0223-3CD4D42F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8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7594E-8D7C-B1C2-04C3-BB5C6C64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4B046-D013-CCC9-4EE0-93F4617E9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E6F39-BBCF-1A47-05BD-8D620B0CF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8D292-8015-DA0B-9A01-E83E2D348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41086-033C-A6F0-D615-1A70C2BD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54981-AE47-AFFE-F5AB-5F3B75E2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82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E3C2-ED44-713A-10D0-9B9D035BA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597FC-EECC-C675-D28A-FB21A2B8A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8160C-C100-540F-3BE9-C7BA1F85B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136FB-6E6B-FFC3-98DA-063A36DE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61E22-59CE-33F2-482A-CC58EA9C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0D2B9-731D-2363-DDEA-675A68A8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5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58B4-E89B-000F-DC1B-3FC5D496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9079A-33DD-004F-66A0-F3B90FE99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38A10-71BB-5985-86A5-E75381033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2BFD8-2C1E-328B-815E-E0BD44A36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ABA50-9E0D-8AC6-CBD4-0A2667F2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27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1230E-D3DF-A542-DD0A-B077EEC79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5C30E-5B91-8DF0-6AD4-65412BB3F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CEFCA-EDAF-4E71-10D2-7119D5086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01F07-6C11-5FFC-AD10-5FB33DBB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DE1C7-4443-8EA1-11DF-F456664F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45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7151F-CD5B-5B9B-39E6-1B61D5CB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CF269-90FF-0539-9EC8-32B5875F7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5A4DE-FB6E-BD59-A311-F5E197B5F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BA175-CEA6-974F-BECD-C1A384BB3024}" type="datetimeFigureOut">
              <a:rPr lang="en-US" smtClean="0"/>
              <a:t>10/5/26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88BD2-4C94-7512-D509-49D18EFB1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9A1D5-377E-5196-9CDD-2F38BB98B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0778E-5E01-C44A-B1FF-68112CBEA4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5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65E5-6AAB-A264-E2CB-CCCF69504D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CAROLINE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9ECC6-F30A-A500-86E5-65E1294B67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86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angle 359">
            <a:extLst>
              <a:ext uri="{FF2B5EF4-FFF2-40B4-BE49-F238E27FC236}">
                <a16:creationId xmlns:a16="http://schemas.microsoft.com/office/drawing/2014/main" id="{5B646547-F327-EA00-48F6-4AE71FB22493}"/>
              </a:ext>
            </a:extLst>
          </p:cNvPr>
          <p:cNvSpPr/>
          <p:nvPr/>
        </p:nvSpPr>
        <p:spPr>
          <a:xfrm>
            <a:off x="-263193" y="-189526"/>
            <a:ext cx="12883908" cy="7454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AFFAED-9AC4-0006-8D93-10DACDB15B0C}"/>
              </a:ext>
            </a:extLst>
          </p:cNvPr>
          <p:cNvSpPr/>
          <p:nvPr/>
        </p:nvSpPr>
        <p:spPr>
          <a:xfrm>
            <a:off x="708211" y="989697"/>
            <a:ext cx="6010223" cy="23690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4F8F2-59FD-07AA-A7EA-1D7B8A7A6DDA}"/>
              </a:ext>
            </a:extLst>
          </p:cNvPr>
          <p:cNvSpPr txBox="1"/>
          <p:nvPr/>
        </p:nvSpPr>
        <p:spPr>
          <a:xfrm>
            <a:off x="715093" y="987269"/>
            <a:ext cx="1939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Autonomous coregistered </a:t>
            </a:r>
          </a:p>
          <a:p>
            <a:r>
              <a:rPr lang="en-US" sz="1200" noProof="1"/>
              <a:t>stack building module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3EBB8C-A2C8-17A0-181C-67045AF0D60C}"/>
              </a:ext>
            </a:extLst>
          </p:cNvPr>
          <p:cNvSpPr/>
          <p:nvPr/>
        </p:nvSpPr>
        <p:spPr>
          <a:xfrm>
            <a:off x="824750" y="1424481"/>
            <a:ext cx="2070849" cy="1645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FE908-8543-9CCA-8BA1-00A83ABDCC2B}"/>
              </a:ext>
            </a:extLst>
          </p:cNvPr>
          <p:cNvSpPr txBox="1"/>
          <p:nvPr/>
        </p:nvSpPr>
        <p:spPr>
          <a:xfrm>
            <a:off x="824750" y="1424480"/>
            <a:ext cx="16547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Download submodule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71688B-FA20-7968-4530-BED5B5351072}"/>
              </a:ext>
            </a:extLst>
          </p:cNvPr>
          <p:cNvSpPr/>
          <p:nvPr/>
        </p:nvSpPr>
        <p:spPr>
          <a:xfrm>
            <a:off x="959224" y="1864660"/>
            <a:ext cx="1071255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EE50C-239C-216D-0F15-0B78F5481F8D}"/>
              </a:ext>
            </a:extLst>
          </p:cNvPr>
          <p:cNvSpPr txBox="1"/>
          <p:nvPr/>
        </p:nvSpPr>
        <p:spPr>
          <a:xfrm>
            <a:off x="959222" y="1875297"/>
            <a:ext cx="10712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s1_download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129576-9D9A-45EC-F592-63B4FEBB2DD6}"/>
              </a:ext>
            </a:extLst>
          </p:cNvPr>
          <p:cNvSpPr/>
          <p:nvPr/>
        </p:nvSpPr>
        <p:spPr>
          <a:xfrm>
            <a:off x="959222" y="2371164"/>
            <a:ext cx="1843837" cy="276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F0CFE-7853-3266-5838-18212E451F68}"/>
              </a:ext>
            </a:extLst>
          </p:cNvPr>
          <p:cNvSpPr txBox="1"/>
          <p:nvPr/>
        </p:nvSpPr>
        <p:spPr>
          <a:xfrm>
            <a:off x="959221" y="2371163"/>
            <a:ext cx="18438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manage-s1-download.sh</a:t>
            </a:r>
          </a:p>
        </p:txBody>
      </p:sp>
      <p:pic>
        <p:nvPicPr>
          <p:cNvPr id="17" name="Graphic 16" descr="Repeat with solid fill">
            <a:extLst>
              <a:ext uri="{FF2B5EF4-FFF2-40B4-BE49-F238E27FC236}">
                <a16:creationId xmlns:a16="http://schemas.microsoft.com/office/drawing/2014/main" id="{4474A818-4406-9988-7538-1C964F0430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257" y="2177512"/>
            <a:ext cx="366563" cy="3665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52A4326-D265-982D-850B-9ECBFB1AAE38}"/>
              </a:ext>
            </a:extLst>
          </p:cNvPr>
          <p:cNvSpPr/>
          <p:nvPr/>
        </p:nvSpPr>
        <p:spPr>
          <a:xfrm>
            <a:off x="3296838" y="1034850"/>
            <a:ext cx="3350115" cy="22348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837D00-F7C0-C1EE-5C67-826F0761C773}"/>
              </a:ext>
            </a:extLst>
          </p:cNvPr>
          <p:cNvSpPr/>
          <p:nvPr/>
        </p:nvSpPr>
        <p:spPr>
          <a:xfrm>
            <a:off x="959222" y="2755062"/>
            <a:ext cx="1843837" cy="276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50037-5BF4-9A6A-FCA5-2E14EAA848B1}"/>
              </a:ext>
            </a:extLst>
          </p:cNvPr>
          <p:cNvSpPr txBox="1"/>
          <p:nvPr/>
        </p:nvSpPr>
        <p:spPr>
          <a:xfrm>
            <a:off x="959221" y="2755061"/>
            <a:ext cx="17149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download_tsx_rsat2.sh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DB572A-4F88-9AA4-87AE-BB32D9728B60}"/>
              </a:ext>
            </a:extLst>
          </p:cNvPr>
          <p:cNvSpPr/>
          <p:nvPr/>
        </p:nvSpPr>
        <p:spPr>
          <a:xfrm>
            <a:off x="1361938" y="414893"/>
            <a:ext cx="1531683" cy="2769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F0D4F5-E785-91A9-4F4E-5004D9070D55}"/>
              </a:ext>
            </a:extLst>
          </p:cNvPr>
          <p:cNvSpPr txBox="1"/>
          <p:nvPr/>
        </p:nvSpPr>
        <p:spPr>
          <a:xfrm>
            <a:off x="1361937" y="414892"/>
            <a:ext cx="11959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run-caroline.sh</a:t>
            </a:r>
          </a:p>
        </p:txBody>
      </p:sp>
      <p:pic>
        <p:nvPicPr>
          <p:cNvPr id="26" name="Graphic 25" descr="Repeat with solid fill">
            <a:extLst>
              <a:ext uri="{FF2B5EF4-FFF2-40B4-BE49-F238E27FC236}">
                <a16:creationId xmlns:a16="http://schemas.microsoft.com/office/drawing/2014/main" id="{90A2D66D-4C6D-39A2-C1FA-9C2EE5B24F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23973" y="221241"/>
            <a:ext cx="366563" cy="366563"/>
          </a:xfrm>
          <a:prstGeom prst="rect">
            <a:avLst/>
          </a:prstGeom>
        </p:spPr>
      </p:pic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F38E6378-75E5-0AFD-5A13-E1325C701239}"/>
              </a:ext>
            </a:extLst>
          </p:cNvPr>
          <p:cNvCxnSpPr>
            <a:cxnSpLocks/>
            <a:stCxn id="10" idx="0"/>
            <a:endCxn id="25" idx="1"/>
          </p:cNvCxnSpPr>
          <p:nvPr/>
        </p:nvCxnSpPr>
        <p:spPr>
          <a:xfrm rot="16200000" flipV="1">
            <a:off x="712654" y="1202676"/>
            <a:ext cx="1817771" cy="519203"/>
          </a:xfrm>
          <a:prstGeom prst="bentConnector4">
            <a:avLst>
              <a:gd name="adj1" fmla="val 10259"/>
              <a:gd name="adj2" fmla="val 29478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C1BAA26-2077-2F1F-5412-F90094DA13B8}"/>
              </a:ext>
            </a:extLst>
          </p:cNvPr>
          <p:cNvSpPr/>
          <p:nvPr/>
        </p:nvSpPr>
        <p:spPr>
          <a:xfrm>
            <a:off x="3411989" y="1515410"/>
            <a:ext cx="768800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4B79D1-F09E-C399-9E92-75CE3FB9A68F}"/>
              </a:ext>
            </a:extLst>
          </p:cNvPr>
          <p:cNvSpPr txBox="1"/>
          <p:nvPr/>
        </p:nvSpPr>
        <p:spPr>
          <a:xfrm>
            <a:off x="3397286" y="1510103"/>
            <a:ext cx="759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Doris_v5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8E1BAF-01BE-3173-DF7A-A11580DA9B1A}"/>
              </a:ext>
            </a:extLst>
          </p:cNvPr>
          <p:cNvSpPr txBox="1"/>
          <p:nvPr/>
        </p:nvSpPr>
        <p:spPr>
          <a:xfrm>
            <a:off x="4457897" y="1009231"/>
            <a:ext cx="25115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Stack Generation submodule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AFFC18A-F8B3-91C1-FFAB-2B160D3DFD58}"/>
              </a:ext>
            </a:extLst>
          </p:cNvPr>
          <p:cNvSpPr/>
          <p:nvPr/>
        </p:nvSpPr>
        <p:spPr>
          <a:xfrm>
            <a:off x="3416988" y="1858796"/>
            <a:ext cx="763801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028A51-2C03-176D-1923-EC421FA4D816}"/>
              </a:ext>
            </a:extLst>
          </p:cNvPr>
          <p:cNvSpPr txBox="1"/>
          <p:nvPr/>
        </p:nvSpPr>
        <p:spPr>
          <a:xfrm>
            <a:off x="3427119" y="1851467"/>
            <a:ext cx="7821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Doris_v4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DDBD1F-5F05-DFAD-192A-9D145FAB2B82}"/>
              </a:ext>
            </a:extLst>
          </p:cNvPr>
          <p:cNvSpPr/>
          <p:nvPr/>
        </p:nvSpPr>
        <p:spPr>
          <a:xfrm>
            <a:off x="3360499" y="1100531"/>
            <a:ext cx="855298" cy="387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DFD9A8-21AE-68EF-B70D-73C4FF1B7645}"/>
              </a:ext>
            </a:extLst>
          </p:cNvPr>
          <p:cNvSpPr txBox="1"/>
          <p:nvPr/>
        </p:nvSpPr>
        <p:spPr>
          <a:xfrm>
            <a:off x="3355285" y="1072724"/>
            <a:ext cx="88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Doris_v5_</a:t>
            </a:r>
          </a:p>
          <a:p>
            <a:r>
              <a:rPr lang="en-US" sz="1200" noProof="1"/>
              <a:t>cleanup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F7B2529-36A1-8259-37D0-9A9AF21C3282}"/>
              </a:ext>
            </a:extLst>
          </p:cNvPr>
          <p:cNvCxnSpPr>
            <a:cxnSpLocks/>
            <a:stCxn id="24" idx="3"/>
            <a:endCxn id="42" idx="1"/>
          </p:cNvCxnSpPr>
          <p:nvPr/>
        </p:nvCxnSpPr>
        <p:spPr>
          <a:xfrm>
            <a:off x="2893621" y="553392"/>
            <a:ext cx="533498" cy="1436575"/>
          </a:xfrm>
          <a:prstGeom prst="bentConnector3">
            <a:avLst>
              <a:gd name="adj1" fmla="val 44049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2016010F-1CB6-CC64-6915-2761EF5D16CE}"/>
              </a:ext>
            </a:extLst>
          </p:cNvPr>
          <p:cNvCxnSpPr>
            <a:cxnSpLocks/>
            <a:stCxn id="38" idx="3"/>
            <a:endCxn id="43" idx="3"/>
          </p:cNvCxnSpPr>
          <p:nvPr/>
        </p:nvCxnSpPr>
        <p:spPr>
          <a:xfrm flipV="1">
            <a:off x="4157209" y="1294294"/>
            <a:ext cx="58588" cy="354309"/>
          </a:xfrm>
          <a:prstGeom prst="bentConnector3">
            <a:avLst>
              <a:gd name="adj1" fmla="val 37518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80C0914-655F-3F8D-4FE3-C9B38CA53878}"/>
              </a:ext>
            </a:extLst>
          </p:cNvPr>
          <p:cNvSpPr/>
          <p:nvPr/>
        </p:nvSpPr>
        <p:spPr>
          <a:xfrm>
            <a:off x="5253158" y="1243793"/>
            <a:ext cx="1135096" cy="4086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1245D9-C53D-7D45-F842-CE128AF8C0C6}"/>
              </a:ext>
            </a:extLst>
          </p:cNvPr>
          <p:cNvSpPr txBox="1"/>
          <p:nvPr/>
        </p:nvSpPr>
        <p:spPr>
          <a:xfrm>
            <a:off x="5241330" y="1221072"/>
            <a:ext cx="115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reduce_SLC_matlab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E5317CE-BF80-6F3A-84EA-B67F98B0A589}"/>
              </a:ext>
            </a:extLst>
          </p:cNvPr>
          <p:cNvSpPr/>
          <p:nvPr/>
        </p:nvSpPr>
        <p:spPr>
          <a:xfrm>
            <a:off x="5260272" y="1744781"/>
            <a:ext cx="1145770" cy="4196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E13CC8E-5746-4CA1-7B71-B0EF48BBA905}"/>
              </a:ext>
            </a:extLst>
          </p:cNvPr>
          <p:cNvSpPr txBox="1"/>
          <p:nvPr/>
        </p:nvSpPr>
        <p:spPr>
          <a:xfrm>
            <a:off x="5257280" y="1732841"/>
            <a:ext cx="1130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reduce_SLC_python</a:t>
            </a:r>
          </a:p>
        </p:txBody>
      </p: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71949CAC-F5B5-2CF9-D972-FF33913EC9C0}"/>
              </a:ext>
            </a:extLst>
          </p:cNvPr>
          <p:cNvCxnSpPr>
            <a:cxnSpLocks/>
            <a:stCxn id="38" idx="3"/>
            <a:endCxn id="72" idx="1"/>
          </p:cNvCxnSpPr>
          <p:nvPr/>
        </p:nvCxnSpPr>
        <p:spPr>
          <a:xfrm>
            <a:off x="4157209" y="1648603"/>
            <a:ext cx="1100071" cy="315071"/>
          </a:xfrm>
          <a:prstGeom prst="bentConnector3">
            <a:avLst>
              <a:gd name="adj1" fmla="val 7012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3133F727-549D-22D6-580B-576E854B34A5}"/>
              </a:ext>
            </a:extLst>
          </p:cNvPr>
          <p:cNvCxnSpPr>
            <a:cxnSpLocks/>
            <a:stCxn id="41" idx="3"/>
            <a:endCxn id="67" idx="1"/>
          </p:cNvCxnSpPr>
          <p:nvPr/>
        </p:nvCxnSpPr>
        <p:spPr>
          <a:xfrm flipV="1">
            <a:off x="4180789" y="1451905"/>
            <a:ext cx="1060541" cy="545390"/>
          </a:xfrm>
          <a:prstGeom prst="bentConnector3">
            <a:avLst>
              <a:gd name="adj1" fmla="val 3366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8E9671BF-0E47-82FF-755B-00D204B3387A}"/>
              </a:ext>
            </a:extLst>
          </p:cNvPr>
          <p:cNvCxnSpPr>
            <a:cxnSpLocks/>
            <a:stCxn id="41" idx="3"/>
            <a:endCxn id="72" idx="1"/>
          </p:cNvCxnSpPr>
          <p:nvPr/>
        </p:nvCxnSpPr>
        <p:spPr>
          <a:xfrm flipV="1">
            <a:off x="4180789" y="1963674"/>
            <a:ext cx="1076491" cy="33621"/>
          </a:xfrm>
          <a:prstGeom prst="bentConnector3">
            <a:avLst>
              <a:gd name="adj1" fmla="val 7056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4ED219E-F726-F67B-0BA5-2A98949302D4}"/>
              </a:ext>
            </a:extLst>
          </p:cNvPr>
          <p:cNvSpPr/>
          <p:nvPr/>
        </p:nvSpPr>
        <p:spPr>
          <a:xfrm>
            <a:off x="115230" y="3611261"/>
            <a:ext cx="706027" cy="2176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</a:rPr>
              <a:t>Module</a:t>
            </a:r>
            <a:endParaRPr lang="en-US" noProof="1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BD75ABE-6998-1D43-DAA9-D50179BC1CFC}"/>
              </a:ext>
            </a:extLst>
          </p:cNvPr>
          <p:cNvSpPr/>
          <p:nvPr/>
        </p:nvSpPr>
        <p:spPr>
          <a:xfrm>
            <a:off x="115229" y="3975782"/>
            <a:ext cx="972426" cy="2176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</a:rPr>
              <a:t>Submodule</a:t>
            </a:r>
            <a:endParaRPr lang="en-US" noProof="1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F644BBD-061B-B9D3-C6EA-A7E895BD9345}"/>
              </a:ext>
            </a:extLst>
          </p:cNvPr>
          <p:cNvSpPr/>
          <p:nvPr/>
        </p:nvSpPr>
        <p:spPr>
          <a:xfrm>
            <a:off x="115229" y="4348872"/>
            <a:ext cx="972426" cy="2176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</a:rPr>
              <a:t>Job</a:t>
            </a:r>
            <a:endParaRPr lang="en-US" noProof="1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3704229-1A4E-1F39-C9D3-67B41FDF6FAC}"/>
              </a:ext>
            </a:extLst>
          </p:cNvPr>
          <p:cNvSpPr/>
          <p:nvPr/>
        </p:nvSpPr>
        <p:spPr>
          <a:xfrm>
            <a:off x="115229" y="4721962"/>
            <a:ext cx="972426" cy="2176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</a:rPr>
              <a:t>Cronjob</a:t>
            </a:r>
            <a:endParaRPr lang="en-US" noProof="1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E8E47FC-6FF3-D73F-73E8-1406230AD271}"/>
              </a:ext>
            </a:extLst>
          </p:cNvPr>
          <p:cNvSpPr/>
          <p:nvPr/>
        </p:nvSpPr>
        <p:spPr>
          <a:xfrm>
            <a:off x="6896314" y="3050"/>
            <a:ext cx="2402065" cy="8400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5DAF584-9CBD-8EF5-CDFE-65D541FAEED9}"/>
              </a:ext>
            </a:extLst>
          </p:cNvPr>
          <p:cNvSpPr txBox="1"/>
          <p:nvPr/>
        </p:nvSpPr>
        <p:spPr>
          <a:xfrm>
            <a:off x="6893834" y="0"/>
            <a:ext cx="225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Contextual enrichment module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2B9C804-5483-19F3-5E8C-2746AC779672}"/>
              </a:ext>
            </a:extLst>
          </p:cNvPr>
          <p:cNvSpPr/>
          <p:nvPr/>
        </p:nvSpPr>
        <p:spPr>
          <a:xfrm>
            <a:off x="7145251" y="414891"/>
            <a:ext cx="2029466" cy="2571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109" name="Graphic 108" descr="Repeat with solid fill">
            <a:extLst>
              <a:ext uri="{FF2B5EF4-FFF2-40B4-BE49-F238E27FC236}">
                <a16:creationId xmlns:a16="http://schemas.microsoft.com/office/drawing/2014/main" id="{8DDE8412-8AA8-2CE7-081B-2292E7B2A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7286" y="201357"/>
            <a:ext cx="366563" cy="366563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C1645450-9C5E-3E6B-6B42-35C499AAA3C2}"/>
              </a:ext>
            </a:extLst>
          </p:cNvPr>
          <p:cNvSpPr txBox="1"/>
          <p:nvPr/>
        </p:nvSpPr>
        <p:spPr>
          <a:xfrm>
            <a:off x="7082613" y="404948"/>
            <a:ext cx="2029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manage-contextual-data.sh</a:t>
            </a:r>
          </a:p>
        </p:txBody>
      </p: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952B35AC-82CB-455F-E5E4-53C831E282F0}"/>
              </a:ext>
            </a:extLst>
          </p:cNvPr>
          <p:cNvCxnSpPr>
            <a:cxnSpLocks/>
          </p:cNvCxnSpPr>
          <p:nvPr/>
        </p:nvCxnSpPr>
        <p:spPr>
          <a:xfrm>
            <a:off x="113818" y="5766021"/>
            <a:ext cx="973837" cy="127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20507E83-C5D4-4F4B-90DB-6F40B07BE1A8}"/>
              </a:ext>
            </a:extLst>
          </p:cNvPr>
          <p:cNvCxnSpPr>
            <a:cxnSpLocks/>
          </p:cNvCxnSpPr>
          <p:nvPr/>
        </p:nvCxnSpPr>
        <p:spPr>
          <a:xfrm>
            <a:off x="113817" y="6153305"/>
            <a:ext cx="973837" cy="12700"/>
          </a:xfrm>
          <a:prstGeom prst="bentConnector3">
            <a:avLst>
              <a:gd name="adj1" fmla="val 50000"/>
            </a:avLst>
          </a:prstGeom>
          <a:ln w="3810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CDF7C4B4-481B-CFB9-520F-47FB13DB5CF9}"/>
              </a:ext>
            </a:extLst>
          </p:cNvPr>
          <p:cNvSpPr txBox="1"/>
          <p:nvPr/>
        </p:nvSpPr>
        <p:spPr>
          <a:xfrm>
            <a:off x="0" y="5325451"/>
            <a:ext cx="775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Existing </a:t>
            </a:r>
          </a:p>
          <a:p>
            <a:r>
              <a:rPr lang="en-US" sz="1200" noProof="1"/>
              <a:t>interface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59F51D3-A45C-C4D7-AF2F-385CED4E30A9}"/>
              </a:ext>
            </a:extLst>
          </p:cNvPr>
          <p:cNvSpPr txBox="1"/>
          <p:nvPr/>
        </p:nvSpPr>
        <p:spPr>
          <a:xfrm>
            <a:off x="-2816" y="5733829"/>
            <a:ext cx="9421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Envisioned </a:t>
            </a:r>
          </a:p>
          <a:p>
            <a:r>
              <a:rPr lang="en-US" sz="1200" noProof="1"/>
              <a:t>interface</a:t>
            </a: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E6CEC6D7-D3DC-095E-3164-A2E1BD6864DB}"/>
              </a:ext>
            </a:extLst>
          </p:cNvPr>
          <p:cNvCxnSpPr>
            <a:cxnSpLocks/>
            <a:stCxn id="105" idx="1"/>
            <a:endCxn id="18" idx="0"/>
          </p:cNvCxnSpPr>
          <p:nvPr/>
        </p:nvCxnSpPr>
        <p:spPr>
          <a:xfrm rot="10800000" flipV="1">
            <a:off x="4971896" y="423098"/>
            <a:ext cx="1924418" cy="611751"/>
          </a:xfrm>
          <a:prstGeom prst="bentConnector2">
            <a:avLst/>
          </a:prstGeom>
          <a:ln w="38100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144A2D0-F07C-EA52-335F-60FE264A2668}"/>
              </a:ext>
            </a:extLst>
          </p:cNvPr>
          <p:cNvSpPr/>
          <p:nvPr/>
        </p:nvSpPr>
        <p:spPr>
          <a:xfrm>
            <a:off x="7234824" y="1265682"/>
            <a:ext cx="2210704" cy="190350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AFF869A-5F75-CC43-390D-4D58E6A26F21}"/>
              </a:ext>
            </a:extLst>
          </p:cNvPr>
          <p:cNvSpPr txBox="1"/>
          <p:nvPr/>
        </p:nvSpPr>
        <p:spPr>
          <a:xfrm>
            <a:off x="7213997" y="1253899"/>
            <a:ext cx="1593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Recursive parameter </a:t>
            </a:r>
          </a:p>
          <a:p>
            <a:r>
              <a:rPr lang="en-US" sz="1200" noProof="1"/>
              <a:t>estimation module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3988097-E540-FBB1-A6A2-926BB96D6A54}"/>
              </a:ext>
            </a:extLst>
          </p:cNvPr>
          <p:cNvSpPr/>
          <p:nvPr/>
        </p:nvSpPr>
        <p:spPr>
          <a:xfrm>
            <a:off x="7617222" y="1757619"/>
            <a:ext cx="1442598" cy="13545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7D01FEE-04EE-0BCC-AFAB-9D6DDB5D809D}"/>
              </a:ext>
            </a:extLst>
          </p:cNvPr>
          <p:cNvSpPr txBox="1"/>
          <p:nvPr/>
        </p:nvSpPr>
        <p:spPr>
          <a:xfrm>
            <a:off x="7615648" y="1765871"/>
            <a:ext cx="944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PSI-batch </a:t>
            </a:r>
          </a:p>
          <a:p>
            <a:r>
              <a:rPr lang="en-US" sz="1200" noProof="1"/>
              <a:t>submodule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160CC15-03BD-B69B-2A10-1A7B2EF2B6E0}"/>
              </a:ext>
            </a:extLst>
          </p:cNvPr>
          <p:cNvSpPr/>
          <p:nvPr/>
        </p:nvSpPr>
        <p:spPr>
          <a:xfrm>
            <a:off x="7752127" y="2285753"/>
            <a:ext cx="1055320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060D362-EF78-B053-503E-9CE209BA54FB}"/>
              </a:ext>
            </a:extLst>
          </p:cNvPr>
          <p:cNvSpPr txBox="1"/>
          <p:nvPr/>
        </p:nvSpPr>
        <p:spPr>
          <a:xfrm>
            <a:off x="7753538" y="2285753"/>
            <a:ext cx="11274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DePSI_matlab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23D6039-BA4E-FB36-B686-8C0302EE9B06}"/>
              </a:ext>
            </a:extLst>
          </p:cNvPr>
          <p:cNvSpPr/>
          <p:nvPr/>
        </p:nvSpPr>
        <p:spPr>
          <a:xfrm>
            <a:off x="9826352" y="1291053"/>
            <a:ext cx="2210704" cy="29023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BFA2ABA-391B-C98D-A4EA-542DFFE65B50}"/>
              </a:ext>
            </a:extLst>
          </p:cNvPr>
          <p:cNvSpPr txBox="1"/>
          <p:nvPr/>
        </p:nvSpPr>
        <p:spPr>
          <a:xfrm>
            <a:off x="9805525" y="1279271"/>
            <a:ext cx="2158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Interactive interpretation</a:t>
            </a:r>
          </a:p>
          <a:p>
            <a:r>
              <a:rPr lang="en-US" sz="1200" noProof="1"/>
              <a:t>interface (dashboard) module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C5A91BDF-D3CF-8552-E2FD-F92130C3ABC3}"/>
              </a:ext>
            </a:extLst>
          </p:cNvPr>
          <p:cNvSpPr/>
          <p:nvPr/>
        </p:nvSpPr>
        <p:spPr>
          <a:xfrm>
            <a:off x="10208750" y="1782992"/>
            <a:ext cx="1425546" cy="21894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7935329-29A4-0EF4-7F8D-7BFC7808E4CE}"/>
              </a:ext>
            </a:extLst>
          </p:cNvPr>
          <p:cNvSpPr txBox="1"/>
          <p:nvPr/>
        </p:nvSpPr>
        <p:spPr>
          <a:xfrm>
            <a:off x="10207176" y="1791243"/>
            <a:ext cx="944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PSI-batch </a:t>
            </a:r>
          </a:p>
          <a:p>
            <a:r>
              <a:rPr lang="en-US" sz="1200" noProof="1"/>
              <a:t>submodule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F4A150C-D58F-E04E-83DB-1C0BF2CBC931}"/>
              </a:ext>
            </a:extLst>
          </p:cNvPr>
          <p:cNvSpPr/>
          <p:nvPr/>
        </p:nvSpPr>
        <p:spPr>
          <a:xfrm>
            <a:off x="10343655" y="2311125"/>
            <a:ext cx="1055320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EC0BA02-C3A1-A936-10D2-C85838E6A902}"/>
              </a:ext>
            </a:extLst>
          </p:cNvPr>
          <p:cNvSpPr txBox="1"/>
          <p:nvPr/>
        </p:nvSpPr>
        <p:spPr>
          <a:xfrm>
            <a:off x="10345066" y="2311125"/>
            <a:ext cx="1016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create_MRM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852B3886-8E2B-1DA7-1B39-8F29B0B68A89}"/>
              </a:ext>
            </a:extLst>
          </p:cNvPr>
          <p:cNvSpPr/>
          <p:nvPr/>
        </p:nvSpPr>
        <p:spPr>
          <a:xfrm>
            <a:off x="10357555" y="2711628"/>
            <a:ext cx="1055320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7D8EF9C6-FACC-FE45-CBEF-A9BDC5CB411B}"/>
              </a:ext>
            </a:extLst>
          </p:cNvPr>
          <p:cNvSpPr txBox="1"/>
          <p:nvPr/>
        </p:nvSpPr>
        <p:spPr>
          <a:xfrm>
            <a:off x="10358966" y="2711628"/>
            <a:ext cx="953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DePSI_post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9F540C36-C0AC-522F-F1B4-D5B4BB6157DB}"/>
              </a:ext>
            </a:extLst>
          </p:cNvPr>
          <p:cNvSpPr/>
          <p:nvPr/>
        </p:nvSpPr>
        <p:spPr>
          <a:xfrm>
            <a:off x="10357555" y="3112129"/>
            <a:ext cx="1055320" cy="4046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9F79757-248B-5C5A-89D4-DED1199F8B46}"/>
              </a:ext>
            </a:extLst>
          </p:cNvPr>
          <p:cNvSpPr txBox="1"/>
          <p:nvPr/>
        </p:nvSpPr>
        <p:spPr>
          <a:xfrm>
            <a:off x="10352906" y="3089427"/>
            <a:ext cx="1107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set_portal_upload_flag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976BE14B-5B8F-558F-9FA1-A78B73B24BD5}"/>
              </a:ext>
            </a:extLst>
          </p:cNvPr>
          <p:cNvSpPr/>
          <p:nvPr/>
        </p:nvSpPr>
        <p:spPr>
          <a:xfrm>
            <a:off x="10357555" y="3648529"/>
            <a:ext cx="1055320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5442FBC-82EE-E4DA-9A2E-34BED05DAAB4}"/>
              </a:ext>
            </a:extLst>
          </p:cNvPr>
          <p:cNvSpPr txBox="1"/>
          <p:nvPr/>
        </p:nvSpPr>
        <p:spPr>
          <a:xfrm>
            <a:off x="10356144" y="3651893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create_tarball</a:t>
            </a:r>
          </a:p>
        </p:txBody>
      </p:sp>
      <p:cxnSp>
        <p:nvCxnSpPr>
          <p:cNvPr id="137" name="Elbow Connector 136">
            <a:extLst>
              <a:ext uri="{FF2B5EF4-FFF2-40B4-BE49-F238E27FC236}">
                <a16:creationId xmlns:a16="http://schemas.microsoft.com/office/drawing/2014/main" id="{D44995DD-7903-6111-428E-D5E9E5F14DAA}"/>
              </a:ext>
            </a:extLst>
          </p:cNvPr>
          <p:cNvCxnSpPr>
            <a:cxnSpLocks/>
            <a:stCxn id="129" idx="3"/>
            <a:endCxn id="148" idx="1"/>
          </p:cNvCxnSpPr>
          <p:nvPr/>
        </p:nvCxnSpPr>
        <p:spPr>
          <a:xfrm>
            <a:off x="8807447" y="2424252"/>
            <a:ext cx="1537619" cy="2537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Elbow Connector 156">
            <a:extLst>
              <a:ext uri="{FF2B5EF4-FFF2-40B4-BE49-F238E27FC236}">
                <a16:creationId xmlns:a16="http://schemas.microsoft.com/office/drawing/2014/main" id="{01617EC3-26F0-DB49-8A44-420E4EE98068}"/>
              </a:ext>
            </a:extLst>
          </p:cNvPr>
          <p:cNvCxnSpPr>
            <a:cxnSpLocks/>
            <a:stCxn id="147" idx="3"/>
            <a:endCxn id="149" idx="3"/>
          </p:cNvCxnSpPr>
          <p:nvPr/>
        </p:nvCxnSpPr>
        <p:spPr>
          <a:xfrm>
            <a:off x="11398975" y="2449624"/>
            <a:ext cx="13900" cy="400503"/>
          </a:xfrm>
          <a:prstGeom prst="bentConnector3">
            <a:avLst>
              <a:gd name="adj1" fmla="val 131743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Elbow Connector 163">
            <a:extLst>
              <a:ext uri="{FF2B5EF4-FFF2-40B4-BE49-F238E27FC236}">
                <a16:creationId xmlns:a16="http://schemas.microsoft.com/office/drawing/2014/main" id="{0C3F13BC-9D82-FDF8-84A0-CBE3659343E9}"/>
              </a:ext>
            </a:extLst>
          </p:cNvPr>
          <p:cNvCxnSpPr>
            <a:cxnSpLocks/>
            <a:stCxn id="150" idx="1"/>
            <a:endCxn id="154" idx="1"/>
          </p:cNvCxnSpPr>
          <p:nvPr/>
        </p:nvCxnSpPr>
        <p:spPr>
          <a:xfrm rot="10800000" flipV="1">
            <a:off x="10356144" y="2850127"/>
            <a:ext cx="2822" cy="940265"/>
          </a:xfrm>
          <a:prstGeom prst="bentConnector3">
            <a:avLst>
              <a:gd name="adj1" fmla="val 8200638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8EAADE57-A7F1-465E-A7F8-368C409F03D1}"/>
              </a:ext>
            </a:extLst>
          </p:cNvPr>
          <p:cNvSpPr/>
          <p:nvPr/>
        </p:nvSpPr>
        <p:spPr>
          <a:xfrm>
            <a:off x="9836748" y="4340598"/>
            <a:ext cx="2210704" cy="2403103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2046404-B34A-31AD-A244-E7BB40544DAE}"/>
              </a:ext>
            </a:extLst>
          </p:cNvPr>
          <p:cNvSpPr txBox="1"/>
          <p:nvPr/>
        </p:nvSpPr>
        <p:spPr>
          <a:xfrm>
            <a:off x="9815921" y="4328816"/>
            <a:ext cx="1058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Push module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505DE79-729C-C209-5A5E-879F8C3FC1A1}"/>
              </a:ext>
            </a:extLst>
          </p:cNvPr>
          <p:cNvSpPr/>
          <p:nvPr/>
        </p:nvSpPr>
        <p:spPr>
          <a:xfrm>
            <a:off x="10208750" y="4664108"/>
            <a:ext cx="1425546" cy="7166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E96B55C-FAE6-32E1-D6EE-719868282BE4}"/>
              </a:ext>
            </a:extLst>
          </p:cNvPr>
          <p:cNvSpPr txBox="1"/>
          <p:nvPr/>
        </p:nvSpPr>
        <p:spPr>
          <a:xfrm>
            <a:off x="10207176" y="4672358"/>
            <a:ext cx="13837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Email  submodule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7292B625-71D3-CDE8-252C-F778E3094B89}"/>
              </a:ext>
            </a:extLst>
          </p:cNvPr>
          <p:cNvSpPr/>
          <p:nvPr/>
        </p:nvSpPr>
        <p:spPr>
          <a:xfrm>
            <a:off x="10345748" y="5017564"/>
            <a:ext cx="1055320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696E6790-11D2-7B3F-FDF5-F1AB853FD09F}"/>
              </a:ext>
            </a:extLst>
          </p:cNvPr>
          <p:cNvSpPr txBox="1"/>
          <p:nvPr/>
        </p:nvSpPr>
        <p:spPr>
          <a:xfrm>
            <a:off x="10347159" y="5017564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email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F92EDA8-08F4-D2D7-B5FD-A87BBD6539B1}"/>
              </a:ext>
            </a:extLst>
          </p:cNvPr>
          <p:cNvSpPr/>
          <p:nvPr/>
        </p:nvSpPr>
        <p:spPr>
          <a:xfrm>
            <a:off x="10208750" y="5558696"/>
            <a:ext cx="1425546" cy="11152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8DA1E40-626B-9DCB-C92E-3FC2F2D19000}"/>
              </a:ext>
            </a:extLst>
          </p:cNvPr>
          <p:cNvSpPr txBox="1"/>
          <p:nvPr/>
        </p:nvSpPr>
        <p:spPr>
          <a:xfrm>
            <a:off x="10207176" y="5566947"/>
            <a:ext cx="1104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Portal upload </a:t>
            </a:r>
          </a:p>
          <a:p>
            <a:r>
              <a:rPr lang="en-US" sz="1200" noProof="1"/>
              <a:t>submodule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0A48B503-CC52-02E4-5A82-C267AF970A4A}"/>
              </a:ext>
            </a:extLst>
          </p:cNvPr>
          <p:cNvSpPr/>
          <p:nvPr/>
        </p:nvSpPr>
        <p:spPr>
          <a:xfrm>
            <a:off x="10269814" y="6089789"/>
            <a:ext cx="1200418" cy="4772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191" name="Graphic 190" descr="Repeat with solid fill">
            <a:extLst>
              <a:ext uri="{FF2B5EF4-FFF2-40B4-BE49-F238E27FC236}">
                <a16:creationId xmlns:a16="http://schemas.microsoft.com/office/drawing/2014/main" id="{CABE0660-E635-ADCA-3A9D-231B14C1C8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1849" y="5876255"/>
            <a:ext cx="366563" cy="366563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5B009463-94DF-6736-3FA6-645C1725284A}"/>
              </a:ext>
            </a:extLst>
          </p:cNvPr>
          <p:cNvSpPr txBox="1"/>
          <p:nvPr/>
        </p:nvSpPr>
        <p:spPr>
          <a:xfrm>
            <a:off x="10207176" y="6079846"/>
            <a:ext cx="1220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manage-portal-</a:t>
            </a:r>
          </a:p>
          <a:p>
            <a:r>
              <a:rPr lang="en-US" sz="1200" noProof="1"/>
              <a:t>upload.sh</a:t>
            </a:r>
          </a:p>
        </p:txBody>
      </p:sp>
      <p:cxnSp>
        <p:nvCxnSpPr>
          <p:cNvPr id="193" name="Elbow Connector 192">
            <a:extLst>
              <a:ext uri="{FF2B5EF4-FFF2-40B4-BE49-F238E27FC236}">
                <a16:creationId xmlns:a16="http://schemas.microsoft.com/office/drawing/2014/main" id="{FC8CC733-6D77-7485-2911-756009B750FC}"/>
              </a:ext>
            </a:extLst>
          </p:cNvPr>
          <p:cNvCxnSpPr>
            <a:cxnSpLocks/>
            <a:stCxn id="143" idx="2"/>
            <a:endCxn id="172" idx="1"/>
          </p:cNvCxnSpPr>
          <p:nvPr/>
        </p:nvCxnSpPr>
        <p:spPr>
          <a:xfrm rot="5400000">
            <a:off x="10158126" y="4382486"/>
            <a:ext cx="962612" cy="584545"/>
          </a:xfrm>
          <a:prstGeom prst="bentConnector4">
            <a:avLst>
              <a:gd name="adj1" fmla="val 42806"/>
              <a:gd name="adj2" fmla="val 139107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Elbow Connector 195">
            <a:extLst>
              <a:ext uri="{FF2B5EF4-FFF2-40B4-BE49-F238E27FC236}">
                <a16:creationId xmlns:a16="http://schemas.microsoft.com/office/drawing/2014/main" id="{EC15F707-E48C-4506-4848-B454D78CC45D}"/>
              </a:ext>
            </a:extLst>
          </p:cNvPr>
          <p:cNvCxnSpPr>
            <a:cxnSpLocks/>
            <a:stCxn id="124" idx="2"/>
            <a:endCxn id="172" idx="1"/>
          </p:cNvCxnSpPr>
          <p:nvPr/>
        </p:nvCxnSpPr>
        <p:spPr>
          <a:xfrm rot="16200000" flipH="1">
            <a:off x="8350230" y="3159135"/>
            <a:ext cx="1986874" cy="2006983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Elbow Connector 198">
            <a:extLst>
              <a:ext uri="{FF2B5EF4-FFF2-40B4-BE49-F238E27FC236}">
                <a16:creationId xmlns:a16="http://schemas.microsoft.com/office/drawing/2014/main" id="{78D85E10-BFF8-F859-94D9-5B6D5905F67D}"/>
              </a:ext>
            </a:extLst>
          </p:cNvPr>
          <p:cNvCxnSpPr>
            <a:cxnSpLocks/>
            <a:stCxn id="4" idx="2"/>
            <a:endCxn id="172" idx="1"/>
          </p:cNvCxnSpPr>
          <p:nvPr/>
        </p:nvCxnSpPr>
        <p:spPr>
          <a:xfrm rot="16200000" flipH="1">
            <a:off x="6131567" y="940472"/>
            <a:ext cx="1797348" cy="6633836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2" name="Rectangle 201">
            <a:extLst>
              <a:ext uri="{FF2B5EF4-FFF2-40B4-BE49-F238E27FC236}">
                <a16:creationId xmlns:a16="http://schemas.microsoft.com/office/drawing/2014/main" id="{4DF0C0AB-CA09-37E8-4E61-6BF091F30A58}"/>
              </a:ext>
            </a:extLst>
          </p:cNvPr>
          <p:cNvSpPr/>
          <p:nvPr/>
        </p:nvSpPr>
        <p:spPr>
          <a:xfrm>
            <a:off x="6039899" y="3376150"/>
            <a:ext cx="2210704" cy="6743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859FF1C2-F890-2F0C-3C58-AD5533636B67}"/>
              </a:ext>
            </a:extLst>
          </p:cNvPr>
          <p:cNvSpPr txBox="1"/>
          <p:nvPr/>
        </p:nvSpPr>
        <p:spPr>
          <a:xfrm>
            <a:off x="6019072" y="3364367"/>
            <a:ext cx="21643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Autonomous analysis module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BAFF2FE4-31A4-6630-979A-627EE16BB38F}"/>
              </a:ext>
            </a:extLst>
          </p:cNvPr>
          <p:cNvSpPr/>
          <p:nvPr/>
        </p:nvSpPr>
        <p:spPr>
          <a:xfrm>
            <a:off x="1311229" y="3529352"/>
            <a:ext cx="1981952" cy="109751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522B8CEA-8063-4FF1-A945-A8E2D0558607}"/>
              </a:ext>
            </a:extLst>
          </p:cNvPr>
          <p:cNvSpPr txBox="1"/>
          <p:nvPr/>
        </p:nvSpPr>
        <p:spPr>
          <a:xfrm>
            <a:off x="1290402" y="3517570"/>
            <a:ext cx="19046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AAA job definition module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B710222F-7C63-6F6F-FB86-09813BF12071}"/>
              </a:ext>
            </a:extLst>
          </p:cNvPr>
          <p:cNvSpPr/>
          <p:nvPr/>
        </p:nvSpPr>
        <p:spPr>
          <a:xfrm>
            <a:off x="1407253" y="3811602"/>
            <a:ext cx="1798521" cy="276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21F28E10-CF99-5DA4-3BB8-896AAF6F4B78}"/>
              </a:ext>
            </a:extLst>
          </p:cNvPr>
          <p:cNvSpPr txBox="1"/>
          <p:nvPr/>
        </p:nvSpPr>
        <p:spPr>
          <a:xfrm>
            <a:off x="1411570" y="3793127"/>
            <a:ext cx="18110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spider_install.sh (tracks)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F519284B-BED4-D749-68CE-6B52FC0C4C6D}"/>
              </a:ext>
            </a:extLst>
          </p:cNvPr>
          <p:cNvSpPr/>
          <p:nvPr/>
        </p:nvSpPr>
        <p:spPr>
          <a:xfrm>
            <a:off x="113817" y="5123993"/>
            <a:ext cx="972426" cy="2176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1">
                <a:solidFill>
                  <a:schemeClr val="tx1"/>
                </a:solidFill>
              </a:rPr>
              <a:t>Other</a:t>
            </a:r>
            <a:endParaRPr lang="en-US" noProof="1">
              <a:solidFill>
                <a:schemeClr val="tx1"/>
              </a:solidFill>
            </a:endParaRPr>
          </a:p>
        </p:txBody>
      </p:sp>
      <p:cxnSp>
        <p:nvCxnSpPr>
          <p:cNvPr id="211" name="Elbow Connector 210">
            <a:extLst>
              <a:ext uri="{FF2B5EF4-FFF2-40B4-BE49-F238E27FC236}">
                <a16:creationId xmlns:a16="http://schemas.microsoft.com/office/drawing/2014/main" id="{685C1FA2-29DD-FEA9-5497-8C8EB6042CBD}"/>
              </a:ext>
            </a:extLst>
          </p:cNvPr>
          <p:cNvCxnSpPr>
            <a:cxnSpLocks/>
            <a:stCxn id="207" idx="3"/>
            <a:endCxn id="9" idx="1"/>
          </p:cNvCxnSpPr>
          <p:nvPr/>
        </p:nvCxnSpPr>
        <p:spPr>
          <a:xfrm flipH="1" flipV="1">
            <a:off x="959222" y="2013797"/>
            <a:ext cx="2263421" cy="1917830"/>
          </a:xfrm>
          <a:prstGeom prst="bentConnector5">
            <a:avLst>
              <a:gd name="adj1" fmla="val -10100"/>
              <a:gd name="adj2" fmla="val 28947"/>
              <a:gd name="adj3" fmla="val 14017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Elbow Connector 215">
            <a:extLst>
              <a:ext uri="{FF2B5EF4-FFF2-40B4-BE49-F238E27FC236}">
                <a16:creationId xmlns:a16="http://schemas.microsoft.com/office/drawing/2014/main" id="{BB98FBBA-A6F8-4985-2BF0-6A1945D44A6C}"/>
              </a:ext>
            </a:extLst>
          </p:cNvPr>
          <p:cNvCxnSpPr>
            <a:cxnSpLocks/>
            <a:stCxn id="207" idx="3"/>
            <a:endCxn id="10" idx="1"/>
          </p:cNvCxnSpPr>
          <p:nvPr/>
        </p:nvCxnSpPr>
        <p:spPr>
          <a:xfrm flipH="1" flipV="1">
            <a:off x="959221" y="2509663"/>
            <a:ext cx="2263422" cy="1421964"/>
          </a:xfrm>
          <a:prstGeom prst="bentConnector5">
            <a:avLst>
              <a:gd name="adj1" fmla="val -10100"/>
              <a:gd name="adj2" fmla="val 39143"/>
              <a:gd name="adj3" fmla="val 115347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F94C6EB-88A0-FFBC-4189-901C2325CF28}"/>
              </a:ext>
            </a:extLst>
          </p:cNvPr>
          <p:cNvSpPr/>
          <p:nvPr/>
        </p:nvSpPr>
        <p:spPr>
          <a:xfrm>
            <a:off x="2089860" y="5531113"/>
            <a:ext cx="3929428" cy="165996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E98C9070-3425-21D2-6195-95971F803F08}"/>
              </a:ext>
            </a:extLst>
          </p:cNvPr>
          <p:cNvSpPr txBox="1"/>
          <p:nvPr/>
        </p:nvSpPr>
        <p:spPr>
          <a:xfrm>
            <a:off x="2082498" y="5509596"/>
            <a:ext cx="1853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Logging &amp; Library module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96F879B-0A03-2B09-94FD-F0C568892B03}"/>
              </a:ext>
            </a:extLst>
          </p:cNvPr>
          <p:cNvSpPr/>
          <p:nvPr/>
        </p:nvSpPr>
        <p:spPr>
          <a:xfrm>
            <a:off x="2211057" y="5805882"/>
            <a:ext cx="1624673" cy="33472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ED97C6F-74CB-4237-EB7C-4F7860392331}"/>
              </a:ext>
            </a:extLst>
          </p:cNvPr>
          <p:cNvSpPr txBox="1"/>
          <p:nvPr/>
        </p:nvSpPr>
        <p:spPr>
          <a:xfrm>
            <a:off x="2215374" y="5818580"/>
            <a:ext cx="1489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submitted_jobs.log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52A76F3A-B96C-D5D1-611C-B10755535B93}"/>
              </a:ext>
            </a:extLst>
          </p:cNvPr>
          <p:cNvSpPr/>
          <p:nvPr/>
        </p:nvSpPr>
        <p:spPr>
          <a:xfrm>
            <a:off x="2208408" y="6184584"/>
            <a:ext cx="1627321" cy="25852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DFCDFC5E-F1D0-06C8-87C8-024D7F5C5E32}"/>
              </a:ext>
            </a:extLst>
          </p:cNvPr>
          <p:cNvSpPr txBox="1"/>
          <p:nvPr/>
        </p:nvSpPr>
        <p:spPr>
          <a:xfrm>
            <a:off x="2212724" y="6166108"/>
            <a:ext cx="1504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submission-log.csv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35EE2F83-558E-852E-FE23-E422BCE2D5EA}"/>
              </a:ext>
            </a:extLst>
          </p:cNvPr>
          <p:cNvSpPr/>
          <p:nvPr/>
        </p:nvSpPr>
        <p:spPr>
          <a:xfrm>
            <a:off x="2191822" y="6544186"/>
            <a:ext cx="1798521" cy="276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E75110-E5A2-86E9-F389-F50AFA3FB93B}"/>
              </a:ext>
            </a:extLst>
          </p:cNvPr>
          <p:cNvSpPr/>
          <p:nvPr/>
        </p:nvSpPr>
        <p:spPr>
          <a:xfrm>
            <a:off x="2190654" y="6869131"/>
            <a:ext cx="1798521" cy="276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C41EAC6-8BA9-F9C0-D2B2-B94F85BEEC94}"/>
              </a:ext>
            </a:extLst>
          </p:cNvPr>
          <p:cNvSpPr txBox="1"/>
          <p:nvPr/>
        </p:nvSpPr>
        <p:spPr>
          <a:xfrm>
            <a:off x="2196500" y="6869131"/>
            <a:ext cx="1678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caroline-download.log</a:t>
            </a:r>
          </a:p>
        </p:txBody>
      </p:sp>
      <p:cxnSp>
        <p:nvCxnSpPr>
          <p:cNvPr id="236" name="Elbow Connector 235">
            <a:extLst>
              <a:ext uri="{FF2B5EF4-FFF2-40B4-BE49-F238E27FC236}">
                <a16:creationId xmlns:a16="http://schemas.microsoft.com/office/drawing/2014/main" id="{E25ECFBC-DD90-6998-C466-10A38D14D511}"/>
              </a:ext>
            </a:extLst>
          </p:cNvPr>
          <p:cNvCxnSpPr>
            <a:cxnSpLocks/>
            <a:stCxn id="24" idx="3"/>
            <a:endCxn id="233" idx="1"/>
          </p:cNvCxnSpPr>
          <p:nvPr/>
        </p:nvCxnSpPr>
        <p:spPr>
          <a:xfrm flipH="1">
            <a:off x="2212724" y="553392"/>
            <a:ext cx="680897" cy="5751216"/>
          </a:xfrm>
          <a:prstGeom prst="bentConnector5">
            <a:avLst>
              <a:gd name="adj1" fmla="val -33573"/>
              <a:gd name="adj2" fmla="val 45473"/>
              <a:gd name="adj3" fmla="val 253878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Elbow Connector 244">
            <a:extLst>
              <a:ext uri="{FF2B5EF4-FFF2-40B4-BE49-F238E27FC236}">
                <a16:creationId xmlns:a16="http://schemas.microsoft.com/office/drawing/2014/main" id="{2BAB6FC4-08EF-3B2E-4E28-66AC35CA0206}"/>
              </a:ext>
            </a:extLst>
          </p:cNvPr>
          <p:cNvCxnSpPr>
            <a:cxnSpLocks/>
            <a:stCxn id="24" idx="3"/>
            <a:endCxn id="230" idx="1"/>
          </p:cNvCxnSpPr>
          <p:nvPr/>
        </p:nvCxnSpPr>
        <p:spPr>
          <a:xfrm flipH="1">
            <a:off x="2211057" y="553392"/>
            <a:ext cx="682564" cy="5419851"/>
          </a:xfrm>
          <a:prstGeom prst="bentConnector5">
            <a:avLst>
              <a:gd name="adj1" fmla="val -33491"/>
              <a:gd name="adj2" fmla="val 48211"/>
              <a:gd name="adj3" fmla="val 252571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1" name="Rectangle 250">
            <a:extLst>
              <a:ext uri="{FF2B5EF4-FFF2-40B4-BE49-F238E27FC236}">
                <a16:creationId xmlns:a16="http://schemas.microsoft.com/office/drawing/2014/main" id="{0DE18C41-7D69-C3A8-2E4C-550B0C257405}"/>
              </a:ext>
            </a:extLst>
          </p:cNvPr>
          <p:cNvSpPr/>
          <p:nvPr/>
        </p:nvSpPr>
        <p:spPr>
          <a:xfrm>
            <a:off x="4241656" y="5820809"/>
            <a:ext cx="1002645" cy="2356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252" name="Graphic 251" descr="Repeat with solid fill">
            <a:extLst>
              <a:ext uri="{FF2B5EF4-FFF2-40B4-BE49-F238E27FC236}">
                <a16:creationId xmlns:a16="http://schemas.microsoft.com/office/drawing/2014/main" id="{67A996B4-F823-EC67-0AE1-4EE31A3646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3691" y="5607275"/>
            <a:ext cx="366563" cy="366563"/>
          </a:xfrm>
          <a:prstGeom prst="rect">
            <a:avLst/>
          </a:prstGeom>
        </p:spPr>
      </p:pic>
      <p:sp>
        <p:nvSpPr>
          <p:cNvPr id="253" name="TextBox 252">
            <a:extLst>
              <a:ext uri="{FF2B5EF4-FFF2-40B4-BE49-F238E27FC236}">
                <a16:creationId xmlns:a16="http://schemas.microsoft.com/office/drawing/2014/main" id="{7CDEFB63-7160-738C-F4FD-61210C50AEF9}"/>
              </a:ext>
            </a:extLst>
          </p:cNvPr>
          <p:cNvSpPr txBox="1"/>
          <p:nvPr/>
        </p:nvSpPr>
        <p:spPr>
          <a:xfrm>
            <a:off x="4179018" y="5810866"/>
            <a:ext cx="1011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email-log.sh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1F4EA00B-6D53-7E05-F41D-830F9BDC1505}"/>
              </a:ext>
            </a:extLst>
          </p:cNvPr>
          <p:cNvSpPr/>
          <p:nvPr/>
        </p:nvSpPr>
        <p:spPr>
          <a:xfrm>
            <a:off x="4261475" y="6205437"/>
            <a:ext cx="1652437" cy="24286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pic>
        <p:nvPicPr>
          <p:cNvPr id="255" name="Graphic 254" descr="Repeat with solid fill">
            <a:extLst>
              <a:ext uri="{FF2B5EF4-FFF2-40B4-BE49-F238E27FC236}">
                <a16:creationId xmlns:a16="http://schemas.microsoft.com/office/drawing/2014/main" id="{38DDCA80-E0E1-7C0E-EB15-733B8914F9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23510" y="5991903"/>
            <a:ext cx="366563" cy="366563"/>
          </a:xfrm>
          <a:prstGeom prst="rect">
            <a:avLst/>
          </a:prstGeom>
        </p:spPr>
      </p:pic>
      <p:sp>
        <p:nvSpPr>
          <p:cNvPr id="256" name="TextBox 255">
            <a:extLst>
              <a:ext uri="{FF2B5EF4-FFF2-40B4-BE49-F238E27FC236}">
                <a16:creationId xmlns:a16="http://schemas.microsoft.com/office/drawing/2014/main" id="{CB709F97-5D18-8E1F-EB03-274F995138A7}"/>
              </a:ext>
            </a:extLst>
          </p:cNvPr>
          <p:cNvSpPr txBox="1"/>
          <p:nvPr/>
        </p:nvSpPr>
        <p:spPr>
          <a:xfrm>
            <a:off x="4202156" y="6195494"/>
            <a:ext cx="1745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create-overview-kml.sh</a:t>
            </a:r>
          </a:p>
        </p:txBody>
      </p:sp>
      <p:cxnSp>
        <p:nvCxnSpPr>
          <p:cNvPr id="257" name="Elbow Connector 256">
            <a:extLst>
              <a:ext uri="{FF2B5EF4-FFF2-40B4-BE49-F238E27FC236}">
                <a16:creationId xmlns:a16="http://schemas.microsoft.com/office/drawing/2014/main" id="{1AE0C03A-E3D0-6F9B-8F09-C0B4EE6E3133}"/>
              </a:ext>
            </a:extLst>
          </p:cNvPr>
          <p:cNvCxnSpPr>
            <a:cxnSpLocks/>
            <a:stCxn id="230" idx="3"/>
          </p:cNvCxnSpPr>
          <p:nvPr/>
        </p:nvCxnSpPr>
        <p:spPr>
          <a:xfrm flipV="1">
            <a:off x="3835730" y="5964661"/>
            <a:ext cx="387013" cy="858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2" name="Elbow Connector 261">
            <a:extLst>
              <a:ext uri="{FF2B5EF4-FFF2-40B4-BE49-F238E27FC236}">
                <a16:creationId xmlns:a16="http://schemas.microsoft.com/office/drawing/2014/main" id="{E7DDF635-308E-C78A-FAEC-8636C3FF0A9B}"/>
              </a:ext>
            </a:extLst>
          </p:cNvPr>
          <p:cNvCxnSpPr>
            <a:cxnSpLocks/>
            <a:stCxn id="4" idx="2"/>
            <a:endCxn id="256" idx="1"/>
          </p:cNvCxnSpPr>
          <p:nvPr/>
        </p:nvCxnSpPr>
        <p:spPr>
          <a:xfrm rot="16200000" flipH="1">
            <a:off x="2470100" y="4601938"/>
            <a:ext cx="2975278" cy="488833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5" name="Elbow Connector 264">
            <a:extLst>
              <a:ext uri="{FF2B5EF4-FFF2-40B4-BE49-F238E27FC236}">
                <a16:creationId xmlns:a16="http://schemas.microsoft.com/office/drawing/2014/main" id="{03AF12DC-32B0-6A0E-BAD3-2B75F19ADEEB}"/>
              </a:ext>
            </a:extLst>
          </p:cNvPr>
          <p:cNvCxnSpPr>
            <a:cxnSpLocks/>
            <a:stCxn id="4" idx="2"/>
            <a:endCxn id="230" idx="1"/>
          </p:cNvCxnSpPr>
          <p:nvPr/>
        </p:nvCxnSpPr>
        <p:spPr>
          <a:xfrm rot="5400000">
            <a:off x="1654927" y="3914846"/>
            <a:ext cx="2614527" cy="1502266"/>
          </a:xfrm>
          <a:prstGeom prst="bentConnector4">
            <a:avLst>
              <a:gd name="adj1" fmla="val 46799"/>
              <a:gd name="adj2" fmla="val 115217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8" name="Elbow Connector 277">
            <a:extLst>
              <a:ext uri="{FF2B5EF4-FFF2-40B4-BE49-F238E27FC236}">
                <a16:creationId xmlns:a16="http://schemas.microsoft.com/office/drawing/2014/main" id="{60EE083B-F0F2-219E-FD1C-938D14EBE610}"/>
              </a:ext>
            </a:extLst>
          </p:cNvPr>
          <p:cNvCxnSpPr>
            <a:cxnSpLocks/>
            <a:stCxn id="8" idx="0"/>
            <a:endCxn id="235" idx="1"/>
          </p:cNvCxnSpPr>
          <p:nvPr/>
        </p:nvCxnSpPr>
        <p:spPr>
          <a:xfrm rot="16200000" flipH="1">
            <a:off x="-725810" y="4085321"/>
            <a:ext cx="5142971" cy="701648"/>
          </a:xfrm>
          <a:prstGeom prst="bentConnector4">
            <a:avLst>
              <a:gd name="adj1" fmla="val -2716"/>
              <a:gd name="adj2" fmla="val -23492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9" name="Rectangle 288">
            <a:extLst>
              <a:ext uri="{FF2B5EF4-FFF2-40B4-BE49-F238E27FC236}">
                <a16:creationId xmlns:a16="http://schemas.microsoft.com/office/drawing/2014/main" id="{0CAA2824-AD66-7A27-E452-E3299C00B2E5}"/>
              </a:ext>
            </a:extLst>
          </p:cNvPr>
          <p:cNvSpPr/>
          <p:nvPr/>
        </p:nvSpPr>
        <p:spPr>
          <a:xfrm>
            <a:off x="6518976" y="5521900"/>
            <a:ext cx="1342489" cy="67438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29625248-F791-B6AA-F224-3FC10DF36286}"/>
              </a:ext>
            </a:extLst>
          </p:cNvPr>
          <p:cNvSpPr txBox="1"/>
          <p:nvPr/>
        </p:nvSpPr>
        <p:spPr>
          <a:xfrm>
            <a:off x="6502981" y="5580220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Risk module</a:t>
            </a:r>
          </a:p>
        </p:txBody>
      </p:sp>
      <p:cxnSp>
        <p:nvCxnSpPr>
          <p:cNvPr id="298" name="Elbow Connector 297">
            <a:extLst>
              <a:ext uri="{FF2B5EF4-FFF2-40B4-BE49-F238E27FC236}">
                <a16:creationId xmlns:a16="http://schemas.microsoft.com/office/drawing/2014/main" id="{3CD32CFC-B131-B4C0-37F1-F50938DF9027}"/>
              </a:ext>
            </a:extLst>
          </p:cNvPr>
          <p:cNvCxnSpPr>
            <a:cxnSpLocks/>
            <a:stCxn id="105" idx="2"/>
            <a:endCxn id="203" idx="0"/>
          </p:cNvCxnSpPr>
          <p:nvPr/>
        </p:nvCxnSpPr>
        <p:spPr>
          <a:xfrm rot="5400000">
            <a:off x="6338678" y="1605697"/>
            <a:ext cx="2521219" cy="996120"/>
          </a:xfrm>
          <a:prstGeom prst="bentConnector3">
            <a:avLst>
              <a:gd name="adj1" fmla="val 11848"/>
            </a:avLst>
          </a:prstGeom>
          <a:ln w="38100">
            <a:prstDash val="dash"/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6" name="Elbow Connector 305">
            <a:extLst>
              <a:ext uri="{FF2B5EF4-FFF2-40B4-BE49-F238E27FC236}">
                <a16:creationId xmlns:a16="http://schemas.microsoft.com/office/drawing/2014/main" id="{A2BD6CC8-010E-C75F-9045-58E249025B12}"/>
              </a:ext>
            </a:extLst>
          </p:cNvPr>
          <p:cNvCxnSpPr>
            <a:cxnSpLocks/>
            <a:stCxn id="125" idx="0"/>
            <a:endCxn id="203" idx="0"/>
          </p:cNvCxnSpPr>
          <p:nvPr/>
        </p:nvCxnSpPr>
        <p:spPr>
          <a:xfrm rot="16200000" flipH="1" flipV="1">
            <a:off x="6500741" y="1854385"/>
            <a:ext cx="2110468" cy="909495"/>
          </a:xfrm>
          <a:prstGeom prst="bentConnector3">
            <a:avLst>
              <a:gd name="adj1" fmla="val -5490"/>
            </a:avLst>
          </a:prstGeom>
          <a:ln w="38100">
            <a:prstDash val="dash"/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F16A25D0-3C85-6841-BBF3-CF40983677B6}"/>
              </a:ext>
            </a:extLst>
          </p:cNvPr>
          <p:cNvCxnSpPr>
            <a:cxnSpLocks/>
            <a:stCxn id="204" idx="3"/>
          </p:cNvCxnSpPr>
          <p:nvPr/>
        </p:nvCxnSpPr>
        <p:spPr>
          <a:xfrm flipV="1">
            <a:off x="3293181" y="3713482"/>
            <a:ext cx="2726105" cy="364626"/>
          </a:xfrm>
          <a:prstGeom prst="bentConnector3">
            <a:avLst>
              <a:gd name="adj1" fmla="val 50000"/>
            </a:avLst>
          </a:prstGeom>
          <a:ln w="381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3" name="Elbow Connector 322">
            <a:extLst>
              <a:ext uri="{FF2B5EF4-FFF2-40B4-BE49-F238E27FC236}">
                <a16:creationId xmlns:a16="http://schemas.microsoft.com/office/drawing/2014/main" id="{290FC449-2309-C9B3-D4D9-AD89940C3FDF}"/>
              </a:ext>
            </a:extLst>
          </p:cNvPr>
          <p:cNvCxnSpPr>
            <a:cxnSpLocks/>
            <a:stCxn id="124" idx="3"/>
            <a:endCxn id="289" idx="0"/>
          </p:cNvCxnSpPr>
          <p:nvPr/>
        </p:nvCxnSpPr>
        <p:spPr>
          <a:xfrm flipH="1">
            <a:off x="7190221" y="2217436"/>
            <a:ext cx="2255307" cy="3304464"/>
          </a:xfrm>
          <a:prstGeom prst="bentConnector4">
            <a:avLst>
              <a:gd name="adj1" fmla="val -10136"/>
              <a:gd name="adj2" fmla="val 64401"/>
            </a:avLst>
          </a:prstGeom>
          <a:ln w="38100">
            <a:prstDash val="dash"/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0" name="Elbow Connector 329">
            <a:extLst>
              <a:ext uri="{FF2B5EF4-FFF2-40B4-BE49-F238E27FC236}">
                <a16:creationId xmlns:a16="http://schemas.microsoft.com/office/drawing/2014/main" id="{D145EBC3-6A0E-CB95-C9FF-C8370282382E}"/>
              </a:ext>
            </a:extLst>
          </p:cNvPr>
          <p:cNvCxnSpPr>
            <a:cxnSpLocks/>
            <a:stCxn id="202" idx="2"/>
            <a:endCxn id="289" idx="0"/>
          </p:cNvCxnSpPr>
          <p:nvPr/>
        </p:nvCxnSpPr>
        <p:spPr>
          <a:xfrm rot="16200000" flipH="1">
            <a:off x="6432051" y="4763730"/>
            <a:ext cx="1471370" cy="44970"/>
          </a:xfrm>
          <a:prstGeom prst="bentConnector3">
            <a:avLst>
              <a:gd name="adj1" fmla="val 50000"/>
            </a:avLst>
          </a:prstGeom>
          <a:ln w="38100">
            <a:prstDash val="dash"/>
            <a:headEnd type="triangl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4" name="Elbow Connector 333">
            <a:extLst>
              <a:ext uri="{FF2B5EF4-FFF2-40B4-BE49-F238E27FC236}">
                <a16:creationId xmlns:a16="http://schemas.microsoft.com/office/drawing/2014/main" id="{760BFCB2-3D62-F50C-E73E-78B7EE7581DB}"/>
              </a:ext>
            </a:extLst>
          </p:cNvPr>
          <p:cNvCxnSpPr>
            <a:cxnSpLocks/>
            <a:stCxn id="204" idx="3"/>
            <a:endCxn id="289" idx="1"/>
          </p:cNvCxnSpPr>
          <p:nvPr/>
        </p:nvCxnSpPr>
        <p:spPr>
          <a:xfrm>
            <a:off x="3293181" y="4078108"/>
            <a:ext cx="3225795" cy="1780982"/>
          </a:xfrm>
          <a:prstGeom prst="bentConnector3">
            <a:avLst>
              <a:gd name="adj1" fmla="val 73140"/>
            </a:avLst>
          </a:prstGeom>
          <a:ln w="381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1" name="Elbow Connector 340">
            <a:extLst>
              <a:ext uri="{FF2B5EF4-FFF2-40B4-BE49-F238E27FC236}">
                <a16:creationId xmlns:a16="http://schemas.microsoft.com/office/drawing/2014/main" id="{24005D6A-4DC3-B548-8E21-828250BBEDDB}"/>
              </a:ext>
            </a:extLst>
          </p:cNvPr>
          <p:cNvCxnSpPr>
            <a:cxnSpLocks/>
            <a:stCxn id="289" idx="3"/>
            <a:endCxn id="167" idx="1"/>
          </p:cNvCxnSpPr>
          <p:nvPr/>
        </p:nvCxnSpPr>
        <p:spPr>
          <a:xfrm flipV="1">
            <a:off x="7861465" y="5542150"/>
            <a:ext cx="1975283" cy="316940"/>
          </a:xfrm>
          <a:prstGeom prst="bentConnector3">
            <a:avLst>
              <a:gd name="adj1" fmla="val 50000"/>
            </a:avLst>
          </a:prstGeom>
          <a:ln w="381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4" name="Elbow Connector 343">
            <a:extLst>
              <a:ext uri="{FF2B5EF4-FFF2-40B4-BE49-F238E27FC236}">
                <a16:creationId xmlns:a16="http://schemas.microsoft.com/office/drawing/2014/main" id="{2784287A-736E-68DE-209D-219212CEB8E3}"/>
              </a:ext>
            </a:extLst>
          </p:cNvPr>
          <p:cNvCxnSpPr>
            <a:cxnSpLocks/>
            <a:stCxn id="289" idx="3"/>
            <a:endCxn id="228" idx="3"/>
          </p:cNvCxnSpPr>
          <p:nvPr/>
        </p:nvCxnSpPr>
        <p:spPr>
          <a:xfrm flipH="1">
            <a:off x="6019288" y="5859090"/>
            <a:ext cx="1842177" cy="502003"/>
          </a:xfrm>
          <a:prstGeom prst="bentConnector3">
            <a:avLst>
              <a:gd name="adj1" fmla="val -12409"/>
            </a:avLst>
          </a:prstGeom>
          <a:ln w="381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6" name="Elbow Connector 355">
            <a:extLst>
              <a:ext uri="{FF2B5EF4-FFF2-40B4-BE49-F238E27FC236}">
                <a16:creationId xmlns:a16="http://schemas.microsoft.com/office/drawing/2014/main" id="{A0F63EF9-019B-28D7-1FF7-EABE30B73796}"/>
              </a:ext>
            </a:extLst>
          </p:cNvPr>
          <p:cNvCxnSpPr>
            <a:cxnSpLocks/>
            <a:stCxn id="151" idx="3"/>
            <a:endCxn id="190" idx="3"/>
          </p:cNvCxnSpPr>
          <p:nvPr/>
        </p:nvCxnSpPr>
        <p:spPr>
          <a:xfrm>
            <a:off x="11412875" y="3314444"/>
            <a:ext cx="57357" cy="3013978"/>
          </a:xfrm>
          <a:prstGeom prst="bentConnector3">
            <a:avLst>
              <a:gd name="adj1" fmla="val 49855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1" name="Elbow Connector 360">
            <a:extLst>
              <a:ext uri="{FF2B5EF4-FFF2-40B4-BE49-F238E27FC236}">
                <a16:creationId xmlns:a16="http://schemas.microsoft.com/office/drawing/2014/main" id="{F9AC13C7-350C-1DC2-5BDE-3F9AD781F1FD}"/>
              </a:ext>
            </a:extLst>
          </p:cNvPr>
          <p:cNvCxnSpPr>
            <a:cxnSpLocks/>
            <a:stCxn id="232" idx="2"/>
            <a:endCxn id="172" idx="1"/>
          </p:cNvCxnSpPr>
          <p:nvPr/>
        </p:nvCxnSpPr>
        <p:spPr>
          <a:xfrm rot="5400000" flipH="1" flipV="1">
            <a:off x="6041092" y="2137041"/>
            <a:ext cx="1287043" cy="7325090"/>
          </a:xfrm>
          <a:prstGeom prst="bentConnector4">
            <a:avLst>
              <a:gd name="adj1" fmla="val -4578"/>
              <a:gd name="adj2" fmla="val 76531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1" name="Rectangle 410">
            <a:extLst>
              <a:ext uri="{FF2B5EF4-FFF2-40B4-BE49-F238E27FC236}">
                <a16:creationId xmlns:a16="http://schemas.microsoft.com/office/drawing/2014/main" id="{73015C36-0E66-77F0-222A-AF2B22DB0131}"/>
              </a:ext>
            </a:extLst>
          </p:cNvPr>
          <p:cNvSpPr/>
          <p:nvPr/>
        </p:nvSpPr>
        <p:spPr>
          <a:xfrm>
            <a:off x="1416618" y="4260526"/>
            <a:ext cx="1798521" cy="27699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4B057196-5C1F-6BBE-C721-6AE09DC38A8F}"/>
              </a:ext>
            </a:extLst>
          </p:cNvPr>
          <p:cNvSpPr txBox="1"/>
          <p:nvPr/>
        </p:nvSpPr>
        <p:spPr>
          <a:xfrm>
            <a:off x="1420935" y="4242051"/>
            <a:ext cx="11138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parameter file</a:t>
            </a:r>
          </a:p>
        </p:txBody>
      </p:sp>
      <p:cxnSp>
        <p:nvCxnSpPr>
          <p:cNvPr id="271" name="Elbow Connector 270">
            <a:extLst>
              <a:ext uri="{FF2B5EF4-FFF2-40B4-BE49-F238E27FC236}">
                <a16:creationId xmlns:a16="http://schemas.microsoft.com/office/drawing/2014/main" id="{F1DCB39C-7841-7600-DE7A-8484CEBCFC65}"/>
              </a:ext>
            </a:extLst>
          </p:cNvPr>
          <p:cNvCxnSpPr>
            <a:cxnSpLocks/>
            <a:stCxn id="10" idx="0"/>
            <a:endCxn id="235" idx="1"/>
          </p:cNvCxnSpPr>
          <p:nvPr/>
        </p:nvCxnSpPr>
        <p:spPr>
          <a:xfrm rot="16200000" flipH="1">
            <a:off x="-279414" y="4531717"/>
            <a:ext cx="4636468" cy="315360"/>
          </a:xfrm>
          <a:prstGeom prst="bentConnector4">
            <a:avLst>
              <a:gd name="adj1" fmla="val -4108"/>
              <a:gd name="adj2" fmla="val -64471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3" name="Elbow Connector 412">
            <a:extLst>
              <a:ext uri="{FF2B5EF4-FFF2-40B4-BE49-F238E27FC236}">
                <a16:creationId xmlns:a16="http://schemas.microsoft.com/office/drawing/2014/main" id="{A0C3B407-F4DE-374D-3AD3-97DFF9517D13}"/>
              </a:ext>
            </a:extLst>
          </p:cNvPr>
          <p:cNvCxnSpPr>
            <a:cxnSpLocks/>
            <a:stCxn id="411" idx="3"/>
            <a:endCxn id="207" idx="1"/>
          </p:cNvCxnSpPr>
          <p:nvPr/>
        </p:nvCxnSpPr>
        <p:spPr>
          <a:xfrm flipH="1" flipV="1">
            <a:off x="1411570" y="3931627"/>
            <a:ext cx="1803569" cy="467399"/>
          </a:xfrm>
          <a:prstGeom prst="bentConnector5">
            <a:avLst>
              <a:gd name="adj1" fmla="val -6929"/>
              <a:gd name="adj2" fmla="val 50000"/>
              <a:gd name="adj3" fmla="val 10794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8" name="Elbow Connector 417">
            <a:extLst>
              <a:ext uri="{FF2B5EF4-FFF2-40B4-BE49-F238E27FC236}">
                <a16:creationId xmlns:a16="http://schemas.microsoft.com/office/drawing/2014/main" id="{93D336B5-376D-08F8-7200-9DBE305EAF6C}"/>
              </a:ext>
            </a:extLst>
          </p:cNvPr>
          <p:cNvCxnSpPr>
            <a:cxnSpLocks/>
            <a:stCxn id="411" idx="3"/>
            <a:endCxn id="10" idx="1"/>
          </p:cNvCxnSpPr>
          <p:nvPr/>
        </p:nvCxnSpPr>
        <p:spPr>
          <a:xfrm flipH="1" flipV="1">
            <a:off x="959221" y="2509663"/>
            <a:ext cx="2255918" cy="1889363"/>
          </a:xfrm>
          <a:prstGeom prst="bentConnector5">
            <a:avLst>
              <a:gd name="adj1" fmla="val -10403"/>
              <a:gd name="adj2" fmla="val 54517"/>
              <a:gd name="adj3" fmla="val 115537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5" name="Elbow Connector 444">
            <a:extLst>
              <a:ext uri="{FF2B5EF4-FFF2-40B4-BE49-F238E27FC236}">
                <a16:creationId xmlns:a16="http://schemas.microsoft.com/office/drawing/2014/main" id="{D401A50A-EE39-5ABB-0CC8-D3A02E1998A9}"/>
              </a:ext>
            </a:extLst>
          </p:cNvPr>
          <p:cNvCxnSpPr>
            <a:cxnSpLocks/>
            <a:stCxn id="22" idx="0"/>
            <a:endCxn id="25" idx="1"/>
          </p:cNvCxnSpPr>
          <p:nvPr/>
        </p:nvCxnSpPr>
        <p:spPr>
          <a:xfrm rot="16200000" flipV="1">
            <a:off x="488485" y="1426845"/>
            <a:ext cx="2201669" cy="454763"/>
          </a:xfrm>
          <a:prstGeom prst="bentConnector4">
            <a:avLst>
              <a:gd name="adj1" fmla="val 2277"/>
              <a:gd name="adj2" fmla="val 360806"/>
            </a:avLst>
          </a:prstGeom>
          <a:ln w="381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Graphic 22" descr="Repeat with solid fill">
            <a:extLst>
              <a:ext uri="{FF2B5EF4-FFF2-40B4-BE49-F238E27FC236}">
                <a16:creationId xmlns:a16="http://schemas.microsoft.com/office/drawing/2014/main" id="{09551D4D-6A79-39C2-445F-B6C40EAEA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257" y="2561410"/>
            <a:ext cx="366563" cy="3665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4813CD-6922-FBC0-2980-317D96F51909}"/>
              </a:ext>
            </a:extLst>
          </p:cNvPr>
          <p:cNvSpPr txBox="1"/>
          <p:nvPr/>
        </p:nvSpPr>
        <p:spPr>
          <a:xfrm>
            <a:off x="2197913" y="6555601"/>
            <a:ext cx="13660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slcs-detected.csv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0ECFF50B-4D54-ABDD-DFE6-3163E65F88E1}"/>
              </a:ext>
            </a:extLst>
          </p:cNvPr>
          <p:cNvCxnSpPr>
            <a:cxnSpLocks/>
            <a:stCxn id="24" idx="3"/>
            <a:endCxn id="3" idx="1"/>
          </p:cNvCxnSpPr>
          <p:nvPr/>
        </p:nvCxnSpPr>
        <p:spPr>
          <a:xfrm flipH="1">
            <a:off x="2197913" y="553392"/>
            <a:ext cx="695708" cy="6140709"/>
          </a:xfrm>
          <a:prstGeom prst="bentConnector5">
            <a:avLst>
              <a:gd name="adj1" fmla="val -32859"/>
              <a:gd name="adj2" fmla="val 42555"/>
              <a:gd name="adj3" fmla="val 248777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DBD7949-D110-2098-EE63-CEEDEC5B89DD}"/>
              </a:ext>
            </a:extLst>
          </p:cNvPr>
          <p:cNvSpPr/>
          <p:nvPr/>
        </p:nvSpPr>
        <p:spPr>
          <a:xfrm>
            <a:off x="7744733" y="2610835"/>
            <a:ext cx="1188687" cy="3000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27102E-0F3B-E146-A830-34538C6360CB}"/>
              </a:ext>
            </a:extLst>
          </p:cNvPr>
          <p:cNvSpPr txBox="1"/>
          <p:nvPr/>
        </p:nvSpPr>
        <p:spPr>
          <a:xfrm>
            <a:off x="7725783" y="2638854"/>
            <a:ext cx="1207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generate_STM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7D814AA-F7D5-5908-F53A-E39932D2141C}"/>
              </a:ext>
            </a:extLst>
          </p:cNvPr>
          <p:cNvSpPr/>
          <p:nvPr/>
        </p:nvSpPr>
        <p:spPr>
          <a:xfrm>
            <a:off x="3411989" y="2202856"/>
            <a:ext cx="1241246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6F45C05-4F32-70D3-F3B2-DA8B83D5F4CC}"/>
              </a:ext>
            </a:extLst>
          </p:cNvPr>
          <p:cNvCxnSpPr>
            <a:cxnSpLocks/>
            <a:stCxn id="71" idx="3"/>
            <a:endCxn id="14" idx="1"/>
          </p:cNvCxnSpPr>
          <p:nvPr/>
        </p:nvCxnSpPr>
        <p:spPr>
          <a:xfrm>
            <a:off x="6406042" y="1954608"/>
            <a:ext cx="1319741" cy="822746"/>
          </a:xfrm>
          <a:prstGeom prst="bentConnector3">
            <a:avLst>
              <a:gd name="adj1" fmla="val 47153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1B08FE6-2245-C94B-E117-87B43E069B78}"/>
              </a:ext>
            </a:extLst>
          </p:cNvPr>
          <p:cNvSpPr/>
          <p:nvPr/>
        </p:nvSpPr>
        <p:spPr>
          <a:xfrm>
            <a:off x="3551689" y="2515898"/>
            <a:ext cx="534135" cy="2769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7C6E6D5-67F7-12E6-B1D9-95CD09C13167}"/>
              </a:ext>
            </a:extLst>
          </p:cNvPr>
          <p:cNvSpPr txBox="1"/>
          <p:nvPr/>
        </p:nvSpPr>
        <p:spPr>
          <a:xfrm>
            <a:off x="3352524" y="2195514"/>
            <a:ext cx="14633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SNAP_preparation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E701B43-67D6-4BCC-7F61-319716C258F9}"/>
              </a:ext>
            </a:extLst>
          </p:cNvPr>
          <p:cNvSpPr txBox="1"/>
          <p:nvPr/>
        </p:nvSpPr>
        <p:spPr>
          <a:xfrm>
            <a:off x="3526969" y="2523606"/>
            <a:ext cx="6823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SNAP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C0EA210-7017-B2EF-0F0A-EF8AF29E5981}"/>
              </a:ext>
            </a:extLst>
          </p:cNvPr>
          <p:cNvSpPr/>
          <p:nvPr/>
        </p:nvSpPr>
        <p:spPr>
          <a:xfrm>
            <a:off x="3536957" y="2891438"/>
            <a:ext cx="1138447" cy="2628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DA2E356-4F2E-D0EA-0E65-EB0DF862D3C7}"/>
              </a:ext>
            </a:extLst>
          </p:cNvPr>
          <p:cNvSpPr txBox="1"/>
          <p:nvPr/>
        </p:nvSpPr>
        <p:spPr>
          <a:xfrm>
            <a:off x="3542155" y="2907397"/>
            <a:ext cx="1176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SNAP_cleanup</a:t>
            </a:r>
          </a:p>
        </p:txBody>
      </p:sp>
      <p:cxnSp>
        <p:nvCxnSpPr>
          <p:cNvPr id="134" name="Elbow Connector 133">
            <a:extLst>
              <a:ext uri="{FF2B5EF4-FFF2-40B4-BE49-F238E27FC236}">
                <a16:creationId xmlns:a16="http://schemas.microsoft.com/office/drawing/2014/main" id="{F53AB591-4C73-FA2B-608C-A825F264B04B}"/>
              </a:ext>
            </a:extLst>
          </p:cNvPr>
          <p:cNvCxnSpPr>
            <a:cxnSpLocks/>
            <a:stCxn id="121" idx="3"/>
            <a:endCxn id="122" idx="3"/>
          </p:cNvCxnSpPr>
          <p:nvPr/>
        </p:nvCxnSpPr>
        <p:spPr>
          <a:xfrm flipH="1">
            <a:off x="4085824" y="2341355"/>
            <a:ext cx="567411" cy="313042"/>
          </a:xfrm>
          <a:prstGeom prst="bentConnector3">
            <a:avLst>
              <a:gd name="adj1" fmla="val -2401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Elbow Connector 141">
            <a:extLst>
              <a:ext uri="{FF2B5EF4-FFF2-40B4-BE49-F238E27FC236}">
                <a16:creationId xmlns:a16="http://schemas.microsoft.com/office/drawing/2014/main" id="{8C0F00B3-FC42-AC4A-94F3-5FDB6FFB51C2}"/>
              </a:ext>
            </a:extLst>
          </p:cNvPr>
          <p:cNvCxnSpPr>
            <a:cxnSpLocks/>
            <a:stCxn id="122" idx="1"/>
            <a:endCxn id="123" idx="1"/>
          </p:cNvCxnSpPr>
          <p:nvPr/>
        </p:nvCxnSpPr>
        <p:spPr>
          <a:xfrm rot="10800000" flipV="1">
            <a:off x="3536957" y="2654396"/>
            <a:ext cx="14732" cy="368469"/>
          </a:xfrm>
          <a:prstGeom prst="bentConnector3">
            <a:avLst>
              <a:gd name="adj1" fmla="val 117731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Elbow Connector 161">
            <a:extLst>
              <a:ext uri="{FF2B5EF4-FFF2-40B4-BE49-F238E27FC236}">
                <a16:creationId xmlns:a16="http://schemas.microsoft.com/office/drawing/2014/main" id="{AA2CABF4-A3D9-979F-2F50-4A3004A996E0}"/>
              </a:ext>
            </a:extLst>
          </p:cNvPr>
          <p:cNvCxnSpPr>
            <a:cxnSpLocks/>
            <a:stCxn id="9" idx="3"/>
            <a:endCxn id="121" idx="1"/>
          </p:cNvCxnSpPr>
          <p:nvPr/>
        </p:nvCxnSpPr>
        <p:spPr>
          <a:xfrm>
            <a:off x="2030477" y="2013797"/>
            <a:ext cx="1381512" cy="327558"/>
          </a:xfrm>
          <a:prstGeom prst="bentConnector3">
            <a:avLst>
              <a:gd name="adj1" fmla="val 5735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BFD2C19-2A0D-A0E4-3F3E-B4FA266FE1E5}"/>
              </a:ext>
            </a:extLst>
          </p:cNvPr>
          <p:cNvSpPr/>
          <p:nvPr/>
        </p:nvSpPr>
        <p:spPr>
          <a:xfrm>
            <a:off x="5148677" y="2262830"/>
            <a:ext cx="1414636" cy="3922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B200E0-B934-C795-EF76-01BF02764698}"/>
              </a:ext>
            </a:extLst>
          </p:cNvPr>
          <p:cNvSpPr txBox="1"/>
          <p:nvPr/>
        </p:nvSpPr>
        <p:spPr>
          <a:xfrm>
            <a:off x="5142483" y="2263802"/>
            <a:ext cx="13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merge_to_stack_matlab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3B2E86-BC18-C082-99CB-5ACF49CC0923}"/>
              </a:ext>
            </a:extLst>
          </p:cNvPr>
          <p:cNvSpPr/>
          <p:nvPr/>
        </p:nvSpPr>
        <p:spPr>
          <a:xfrm>
            <a:off x="5152128" y="2711627"/>
            <a:ext cx="1411185" cy="377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7A9E61-E95A-FE29-01A6-E1A166DA0F3D}"/>
              </a:ext>
            </a:extLst>
          </p:cNvPr>
          <p:cNvSpPr txBox="1"/>
          <p:nvPr/>
        </p:nvSpPr>
        <p:spPr>
          <a:xfrm>
            <a:off x="5125691" y="2681232"/>
            <a:ext cx="136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1"/>
              <a:t>merge_to_stack_python</a:t>
            </a:r>
          </a:p>
        </p:txBody>
      </p: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0ECBA00F-FF95-B4CE-7AD7-306A53CA5AE6}"/>
              </a:ext>
            </a:extLst>
          </p:cNvPr>
          <p:cNvCxnSpPr>
            <a:cxnSpLocks/>
            <a:stCxn id="123" idx="3"/>
            <a:endCxn id="19" idx="1"/>
          </p:cNvCxnSpPr>
          <p:nvPr/>
        </p:nvCxnSpPr>
        <p:spPr>
          <a:xfrm flipV="1">
            <a:off x="4675404" y="2494635"/>
            <a:ext cx="467079" cy="528231"/>
          </a:xfrm>
          <a:prstGeom prst="bentConnector3">
            <a:avLst>
              <a:gd name="adj1" fmla="val 47506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4CA5B25A-2D41-6F5A-C1CF-97A4B4EA9F18}"/>
              </a:ext>
            </a:extLst>
          </p:cNvPr>
          <p:cNvCxnSpPr>
            <a:cxnSpLocks/>
            <a:stCxn id="123" idx="3"/>
            <a:endCxn id="46" idx="1"/>
          </p:cNvCxnSpPr>
          <p:nvPr/>
        </p:nvCxnSpPr>
        <p:spPr>
          <a:xfrm flipV="1">
            <a:off x="4675404" y="2912065"/>
            <a:ext cx="450287" cy="11080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C88B3916-945F-7C75-1625-B41EE9067B5B}"/>
              </a:ext>
            </a:extLst>
          </p:cNvPr>
          <p:cNvCxnSpPr>
            <a:cxnSpLocks/>
            <a:stCxn id="46" idx="3"/>
            <a:endCxn id="14" idx="1"/>
          </p:cNvCxnSpPr>
          <p:nvPr/>
        </p:nvCxnSpPr>
        <p:spPr>
          <a:xfrm flipV="1">
            <a:off x="6494024" y="2777354"/>
            <a:ext cx="1231759" cy="134711"/>
          </a:xfrm>
          <a:prstGeom prst="bentConnector3">
            <a:avLst>
              <a:gd name="adj1" fmla="val 43898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1B1ABF9F-0B05-989B-B33D-04C4A92083CC}"/>
              </a:ext>
            </a:extLst>
          </p:cNvPr>
          <p:cNvCxnSpPr>
            <a:cxnSpLocks/>
            <a:stCxn id="19" idx="3"/>
            <a:endCxn id="130" idx="1"/>
          </p:cNvCxnSpPr>
          <p:nvPr/>
        </p:nvCxnSpPr>
        <p:spPr>
          <a:xfrm flipV="1">
            <a:off x="6510816" y="2424253"/>
            <a:ext cx="1242722" cy="70382"/>
          </a:xfrm>
          <a:prstGeom prst="bentConnector3">
            <a:avLst>
              <a:gd name="adj1" fmla="val 36622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EFB9DCAC-D9DF-356F-214E-A86B9BC7E720}"/>
              </a:ext>
            </a:extLst>
          </p:cNvPr>
          <p:cNvCxnSpPr>
            <a:cxnSpLocks/>
            <a:stCxn id="38" idx="3"/>
            <a:endCxn id="67" idx="1"/>
          </p:cNvCxnSpPr>
          <p:nvPr/>
        </p:nvCxnSpPr>
        <p:spPr>
          <a:xfrm flipV="1">
            <a:off x="4157209" y="1451905"/>
            <a:ext cx="1084121" cy="19669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06259752-2039-425E-9397-5486DCC9D33E}"/>
              </a:ext>
            </a:extLst>
          </p:cNvPr>
          <p:cNvCxnSpPr>
            <a:cxnSpLocks/>
            <a:stCxn id="9" idx="3"/>
            <a:endCxn id="38" idx="1"/>
          </p:cNvCxnSpPr>
          <p:nvPr/>
        </p:nvCxnSpPr>
        <p:spPr>
          <a:xfrm flipV="1">
            <a:off x="2030477" y="1648603"/>
            <a:ext cx="1366809" cy="36519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F2BD8F2E-331B-FC73-1ED0-016EE89404B5}"/>
              </a:ext>
            </a:extLst>
          </p:cNvPr>
          <p:cNvCxnSpPr>
            <a:cxnSpLocks/>
            <a:stCxn id="67" idx="3"/>
            <a:endCxn id="130" idx="1"/>
          </p:cNvCxnSpPr>
          <p:nvPr/>
        </p:nvCxnSpPr>
        <p:spPr>
          <a:xfrm>
            <a:off x="6397253" y="1451905"/>
            <a:ext cx="1356285" cy="972348"/>
          </a:xfrm>
          <a:prstGeom prst="bentConnector3">
            <a:avLst>
              <a:gd name="adj1" fmla="val 4219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Elbow Connector 160">
            <a:extLst>
              <a:ext uri="{FF2B5EF4-FFF2-40B4-BE49-F238E27FC236}">
                <a16:creationId xmlns:a16="http://schemas.microsoft.com/office/drawing/2014/main" id="{871D9BCC-E78C-93BC-3871-5B4F055D0068}"/>
              </a:ext>
            </a:extLst>
          </p:cNvPr>
          <p:cNvCxnSpPr>
            <a:cxnSpLocks/>
            <a:stCxn id="150" idx="1"/>
            <a:endCxn id="151" idx="1"/>
          </p:cNvCxnSpPr>
          <p:nvPr/>
        </p:nvCxnSpPr>
        <p:spPr>
          <a:xfrm rot="10800000" flipV="1">
            <a:off x="10357556" y="2850128"/>
            <a:ext cx="1411" cy="464316"/>
          </a:xfrm>
          <a:prstGeom prst="bentConnector3">
            <a:avLst>
              <a:gd name="adj1" fmla="val 1630127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1B8DDD4-A1D7-AABF-8BD3-71839D82721B}"/>
              </a:ext>
            </a:extLst>
          </p:cNvPr>
          <p:cNvCxnSpPr>
            <a:cxnSpLocks/>
            <a:stCxn id="24" idx="3"/>
            <a:endCxn id="9" idx="1"/>
          </p:cNvCxnSpPr>
          <p:nvPr/>
        </p:nvCxnSpPr>
        <p:spPr>
          <a:xfrm flipH="1">
            <a:off x="959222" y="553392"/>
            <a:ext cx="1934399" cy="1460405"/>
          </a:xfrm>
          <a:prstGeom prst="bentConnector5">
            <a:avLst>
              <a:gd name="adj1" fmla="val -11818"/>
              <a:gd name="adj2" fmla="val 15650"/>
              <a:gd name="adj3" fmla="val 12100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Elbow Connector 213">
            <a:extLst>
              <a:ext uri="{FF2B5EF4-FFF2-40B4-BE49-F238E27FC236}">
                <a16:creationId xmlns:a16="http://schemas.microsoft.com/office/drawing/2014/main" id="{31ED5637-5A55-6E0A-E3B9-8845F45468F8}"/>
              </a:ext>
            </a:extLst>
          </p:cNvPr>
          <p:cNvCxnSpPr>
            <a:cxnSpLocks/>
          </p:cNvCxnSpPr>
          <p:nvPr/>
        </p:nvCxnSpPr>
        <p:spPr>
          <a:xfrm>
            <a:off x="113816" y="6557378"/>
            <a:ext cx="973837" cy="127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D62E90F-6AEF-3CEF-E96A-85934E6C9C7E}"/>
              </a:ext>
            </a:extLst>
          </p:cNvPr>
          <p:cNvSpPr txBox="1"/>
          <p:nvPr/>
        </p:nvSpPr>
        <p:spPr>
          <a:xfrm>
            <a:off x="7087" y="6290346"/>
            <a:ext cx="10075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1"/>
              <a:t>Default path</a:t>
            </a:r>
          </a:p>
        </p:txBody>
      </p:sp>
    </p:spTree>
    <p:extLst>
      <p:ext uri="{BB962C8B-B14F-4D97-AF65-F5344CB8AC3E}">
        <p14:creationId xmlns:p14="http://schemas.microsoft.com/office/powerpoint/2010/main" val="3565522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4935</TotalTime>
  <Words>178</Words>
  <Application>Microsoft Macintosh PowerPoint</Application>
  <PresentationFormat>Widescreen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CAROLINE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van Diepen</dc:creator>
  <cp:lastModifiedBy>Simon van Diepen</cp:lastModifiedBy>
  <cp:revision>10</cp:revision>
  <dcterms:created xsi:type="dcterms:W3CDTF">2025-05-19T07:12:51Z</dcterms:created>
  <dcterms:modified xsi:type="dcterms:W3CDTF">2026-10-05T10:18:12Z</dcterms:modified>
</cp:coreProperties>
</file>